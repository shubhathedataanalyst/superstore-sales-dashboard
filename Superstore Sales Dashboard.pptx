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D065-03EE-4FE0-B31A-D1C7B1CE7FF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59F9-0145-4120-A6B7-8D85F41A7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37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D065-03EE-4FE0-B31A-D1C7B1CE7FF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59F9-0145-4120-A6B7-8D85F41A7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63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D065-03EE-4FE0-B31A-D1C7B1CE7FF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59F9-0145-4120-A6B7-8D85F41A7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12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D065-03EE-4FE0-B31A-D1C7B1CE7FF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59F9-0145-4120-A6B7-8D85F41A7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7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D065-03EE-4FE0-B31A-D1C7B1CE7FF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59F9-0145-4120-A6B7-8D85F41A7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90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D065-03EE-4FE0-B31A-D1C7B1CE7FF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59F9-0145-4120-A6B7-8D85F41A7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765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D065-03EE-4FE0-B31A-D1C7B1CE7FF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59F9-0145-4120-A6B7-8D85F41A7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5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D065-03EE-4FE0-B31A-D1C7B1CE7FF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59F9-0145-4120-A6B7-8D85F41A7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40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D065-03EE-4FE0-B31A-D1C7B1CE7FF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59F9-0145-4120-A6B7-8D85F41A7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09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D065-03EE-4FE0-B31A-D1C7B1CE7FF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59F9-0145-4120-A6B7-8D85F41A7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3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D065-03EE-4FE0-B31A-D1C7B1CE7FF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59F9-0145-4120-A6B7-8D85F41A7C2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9377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D065-03EE-4FE0-B31A-D1C7B1CE7FF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59F9-0145-4120-A6B7-8D85F41A7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5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D065-03EE-4FE0-B31A-D1C7B1CE7FF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59F9-0145-4120-A6B7-8D85F41A7C2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3729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D065-03EE-4FE0-B31A-D1C7B1CE7FF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59F9-0145-4120-A6B7-8D85F41A7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417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D065-03EE-4FE0-B31A-D1C7B1CE7FF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59F9-0145-4120-A6B7-8D85F41A7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08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D065-03EE-4FE0-B31A-D1C7B1CE7FF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59F9-0145-4120-A6B7-8D85F41A7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57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7A5D-418D-63B1-2A08-A940472A8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F45B3-0CE8-9644-F8CA-EE04B50CA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B9282-CB47-93EC-29C1-B99A6F8A7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D065-03EE-4FE0-B31A-D1C7B1CE7FF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DAA1B-8AB2-6618-2143-904D8969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A1EFB-1FB0-C1F6-E1E4-9A14230A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59F9-0145-4120-A6B7-8D85F41A7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69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2D065-03EE-4FE0-B31A-D1C7B1CE7FF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9F459F9-0145-4120-A6B7-8D85F41A7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05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E0645-BE44-7D2F-4A1E-0142EC25A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Superstore Sales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6F61E-6F85-FE28-C10F-2BC5E6505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Power BI Dashboard Project</a:t>
            </a:r>
          </a:p>
          <a:p>
            <a:endParaRPr lang="en-US" dirty="0"/>
          </a:p>
          <a:p>
            <a:r>
              <a:rPr lang="en-US" dirty="0"/>
              <a:t>Prepared By: Shubhangi Satav</a:t>
            </a:r>
          </a:p>
          <a:p>
            <a:r>
              <a:rPr lang="en-US" dirty="0"/>
              <a:t>Role: Data Analyst</a:t>
            </a:r>
          </a:p>
          <a:p>
            <a:endParaRPr lang="en-US" dirty="0"/>
          </a:p>
          <a:p>
            <a:r>
              <a:rPr lang="en-US" dirty="0"/>
              <a:t>Objective:</a:t>
            </a:r>
          </a:p>
          <a:p>
            <a:r>
              <a:rPr lang="en-US" dirty="0"/>
              <a:t>Develop an interactive dashboard to analyze sales, profit, customer behavior, and regional performance.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B8B5A1-3891-200F-3DE6-487D669C0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360" y="454687"/>
            <a:ext cx="2245747" cy="224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387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DB185-05FC-83CA-C4A4-400C4BF07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C30BE-AEC1-9270-4F20-E2B4EB826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9784" y="1648919"/>
            <a:ext cx="8944218" cy="5051684"/>
          </a:xfrm>
        </p:spPr>
        <p:txBody>
          <a:bodyPr>
            <a:noAutofit/>
          </a:bodyPr>
          <a:lstStyle/>
          <a:p>
            <a:r>
              <a:rPr lang="en-US" sz="1400" dirty="0"/>
              <a:t>Dataset: Sample Superstore</a:t>
            </a:r>
          </a:p>
          <a:p>
            <a:r>
              <a:rPr lang="en-US" sz="1400" dirty="0"/>
              <a:t>Source: Kaggle / Tableau Sample Superstore</a:t>
            </a:r>
          </a:p>
          <a:p>
            <a:endParaRPr lang="en-US" sz="1400" dirty="0"/>
          </a:p>
          <a:p>
            <a:r>
              <a:rPr lang="en-US" sz="1400" dirty="0"/>
              <a:t>Main Columns:</a:t>
            </a:r>
          </a:p>
          <a:p>
            <a:r>
              <a:rPr lang="en-US" sz="1400" dirty="0"/>
              <a:t>• Order ID</a:t>
            </a:r>
          </a:p>
          <a:p>
            <a:r>
              <a:rPr lang="en-US" sz="1400" dirty="0"/>
              <a:t>• Order Date</a:t>
            </a:r>
          </a:p>
          <a:p>
            <a:r>
              <a:rPr lang="en-US" sz="1400" dirty="0"/>
              <a:t>• Customer Name</a:t>
            </a:r>
          </a:p>
          <a:p>
            <a:r>
              <a:rPr lang="en-US" sz="1400" dirty="0"/>
              <a:t>• Category</a:t>
            </a:r>
          </a:p>
          <a:p>
            <a:r>
              <a:rPr lang="en-US" sz="1400" dirty="0"/>
              <a:t>• Sub-Category</a:t>
            </a:r>
          </a:p>
          <a:p>
            <a:r>
              <a:rPr lang="en-US" sz="1400" dirty="0"/>
              <a:t>• Sales</a:t>
            </a:r>
          </a:p>
          <a:p>
            <a:r>
              <a:rPr lang="en-US" sz="1400" dirty="0"/>
              <a:t>• Profit</a:t>
            </a:r>
          </a:p>
          <a:p>
            <a:r>
              <a:rPr lang="en-US" sz="1400" dirty="0"/>
              <a:t>• Quantity</a:t>
            </a:r>
          </a:p>
          <a:p>
            <a:r>
              <a:rPr lang="en-US" sz="1400" dirty="0"/>
              <a:t>• Region</a:t>
            </a:r>
          </a:p>
          <a:p>
            <a:r>
              <a:rPr lang="en-US" sz="1400" dirty="0"/>
              <a:t>• Ship Mode</a:t>
            </a:r>
          </a:p>
        </p:txBody>
      </p:sp>
    </p:spTree>
    <p:extLst>
      <p:ext uri="{BB962C8B-B14F-4D97-AF65-F5344CB8AC3E}">
        <p14:creationId xmlns:p14="http://schemas.microsoft.com/office/powerpoint/2010/main" val="1351953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EB852-C1D4-E63F-5DC5-168F09F3B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A0980-F656-37ED-28EE-0C4D46A51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Business Goals:</a:t>
            </a:r>
          </a:p>
          <a:p>
            <a:r>
              <a:rPr lang="en-US"/>
              <a:t>• Identify top-selling products.</a:t>
            </a:r>
          </a:p>
          <a:p>
            <a:r>
              <a:rPr lang="en-US"/>
              <a:t>• Find the most profitable categories.</a:t>
            </a:r>
          </a:p>
          <a:p>
            <a:r>
              <a:rPr lang="en-US"/>
              <a:t>• Analyze regional performance.</a:t>
            </a:r>
          </a:p>
          <a:p>
            <a:r>
              <a:rPr lang="en-US"/>
              <a:t>• Understand customer segments.</a:t>
            </a:r>
          </a:p>
          <a:p>
            <a:r>
              <a:rPr lang="en-US"/>
              <a:t>• Monitor sales trends over time.</a:t>
            </a:r>
          </a:p>
          <a:p>
            <a:r>
              <a:rPr lang="en-US"/>
              <a:t>• Support data-driven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61993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0A364-FCCA-6DAD-F173-AE4691591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KPIs Defined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82EEC-26D3-0ADE-D75B-27DAD9466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Performance Indicators:</a:t>
            </a:r>
          </a:p>
          <a:p>
            <a:endParaRPr lang="en-US" dirty="0"/>
          </a:p>
          <a:p>
            <a:r>
              <a:rPr lang="en-US" dirty="0"/>
              <a:t>• Total Sales-2.30M</a:t>
            </a:r>
          </a:p>
          <a:p>
            <a:r>
              <a:rPr lang="en-US" dirty="0"/>
              <a:t>• Total Profit- 286.40k</a:t>
            </a:r>
          </a:p>
          <a:p>
            <a:r>
              <a:rPr lang="en-US" dirty="0"/>
              <a:t>• Total Orders- 5k</a:t>
            </a:r>
          </a:p>
          <a:p>
            <a:r>
              <a:rPr lang="en-US" dirty="0"/>
              <a:t>• Total Quantity Sold-38k</a:t>
            </a:r>
          </a:p>
          <a:p>
            <a:r>
              <a:rPr lang="en-US" dirty="0"/>
              <a:t>• Profit Margin %- 12.47%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3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8A4C7-334E-AF35-B8EC-543B37DE2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Dashboard Screenshot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48E33-1271-75BB-2A5E-B9B3730CF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Insert your Power BI dashboard screenshot here.</a:t>
            </a:r>
          </a:p>
          <a:p>
            <a:endParaRPr lang="en-US"/>
          </a:p>
          <a:p>
            <a:r>
              <a:rPr lang="en-US"/>
              <a:t>Dashboard Components:</a:t>
            </a:r>
          </a:p>
          <a:p>
            <a:r>
              <a:rPr lang="en-US"/>
              <a:t>• KPI Cards</a:t>
            </a:r>
          </a:p>
          <a:p>
            <a:r>
              <a:rPr lang="en-US"/>
              <a:t>• Sales Trend</a:t>
            </a:r>
          </a:p>
          <a:p>
            <a:r>
              <a:rPr lang="en-US"/>
              <a:t>• Category Analysis</a:t>
            </a:r>
          </a:p>
          <a:p>
            <a:r>
              <a:rPr lang="en-US"/>
              <a:t>• Regional Analysis</a:t>
            </a:r>
          </a:p>
          <a:p>
            <a:r>
              <a:rPr lang="en-US"/>
              <a:t>• Customer Segment Analysis</a:t>
            </a:r>
          </a:p>
          <a:p>
            <a:r>
              <a:rPr lang="en-US"/>
              <a:t>• Interactive Slicers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112178-1C83-58F8-38D0-4AAD0E959E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800366"/>
            <a:ext cx="8596668" cy="482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690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921CB-DA37-9AD5-7C9A-F21FBBB2A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9B2C6-3DA9-9567-80E8-43A21B1A7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Technology generated the highest sales.</a:t>
            </a:r>
          </a:p>
          <a:p>
            <a:r>
              <a:rPr lang="en-US" dirty="0"/>
              <a:t>• Consumer segment contributed the highest revenue.</a:t>
            </a:r>
          </a:p>
          <a:p>
            <a:r>
              <a:rPr lang="en-US" dirty="0"/>
              <a:t>• West region achieved the highest sales.</a:t>
            </a:r>
          </a:p>
          <a:p>
            <a:r>
              <a:rPr lang="en-US" dirty="0"/>
              <a:t>• Some products generated high sales but low profit.</a:t>
            </a:r>
          </a:p>
        </p:txBody>
      </p:sp>
    </p:spTree>
    <p:extLst>
      <p:ext uri="{BB962C8B-B14F-4D97-AF65-F5344CB8AC3E}">
        <p14:creationId xmlns:p14="http://schemas.microsoft.com/office/powerpoint/2010/main" val="3667493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F45E9-B80D-0AF2-621C-779B5EA14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16A37-97C4-59B3-2559-33B2BE46A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Focus on high-profit products.</a:t>
            </a:r>
          </a:p>
          <a:p>
            <a:r>
              <a:rPr lang="en-US" dirty="0"/>
              <a:t>• Reduce excessive discounts.</a:t>
            </a:r>
          </a:p>
          <a:p>
            <a:r>
              <a:rPr lang="en-US" dirty="0"/>
              <a:t>• Improve low-performing regions.</a:t>
            </a:r>
          </a:p>
          <a:p>
            <a:r>
              <a:rPr lang="en-US" dirty="0"/>
              <a:t>• Increase marketing during peak seasons.</a:t>
            </a:r>
          </a:p>
          <a:p>
            <a:r>
              <a:rPr lang="en-US" dirty="0"/>
              <a:t>• Optimize inventory planning.</a:t>
            </a:r>
          </a:p>
        </p:txBody>
      </p:sp>
    </p:spTree>
    <p:extLst>
      <p:ext uri="{BB962C8B-B14F-4D97-AF65-F5344CB8AC3E}">
        <p14:creationId xmlns:p14="http://schemas.microsoft.com/office/powerpoint/2010/main" val="452696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351CF-FA4C-30B5-EB96-A2116B4B4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Faced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11200-C4BC-BE9B-B9E8-F7E590F10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Data cleaning in Power Query.</a:t>
            </a:r>
          </a:p>
          <a:p>
            <a:r>
              <a:rPr lang="en-US"/>
              <a:t>• Creating DAX measures.</a:t>
            </a:r>
          </a:p>
          <a:p>
            <a:r>
              <a:rPr lang="en-US"/>
              <a:t>• Building relationships.</a:t>
            </a:r>
          </a:p>
          <a:p>
            <a:r>
              <a:rPr lang="en-US"/>
              <a:t>• Designing interactive visuals.</a:t>
            </a:r>
          </a:p>
          <a:p>
            <a:r>
              <a:rPr lang="en-US"/>
              <a:t>• Selecting meaningful KPIs.</a:t>
            </a:r>
          </a:p>
        </p:txBody>
      </p:sp>
    </p:spTree>
    <p:extLst>
      <p:ext uri="{BB962C8B-B14F-4D97-AF65-F5344CB8AC3E}">
        <p14:creationId xmlns:p14="http://schemas.microsoft.com/office/powerpoint/2010/main" val="4257387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256A1-EFF6-C87E-F7E9-351689511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D67D9-0561-22C8-BA76-4A977ED76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Summary:</a:t>
            </a:r>
          </a:p>
          <a:p>
            <a:endParaRPr lang="en-US" dirty="0"/>
          </a:p>
          <a:p>
            <a:r>
              <a:rPr lang="en-US" dirty="0"/>
              <a:t>• Cleaned and transformed retail data.</a:t>
            </a:r>
          </a:p>
          <a:p>
            <a:r>
              <a:rPr lang="en-US" dirty="0"/>
              <a:t>• Built an interactive Power BI dashboard.</a:t>
            </a:r>
          </a:p>
          <a:p>
            <a:r>
              <a:rPr lang="en-US" dirty="0"/>
              <a:t>• Generated business insights.</a:t>
            </a:r>
          </a:p>
          <a:p>
            <a:r>
              <a:rPr lang="en-US" dirty="0"/>
              <a:t>• Provided actionable recommendations.</a:t>
            </a:r>
          </a:p>
          <a:p>
            <a:endParaRPr lang="en-US" dirty="0"/>
          </a:p>
          <a:p>
            <a:r>
              <a:rPr lang="en-US" dirty="0"/>
              <a:t>Skills Demonstrated:</a:t>
            </a:r>
          </a:p>
          <a:p>
            <a:r>
              <a:rPr lang="en-US" dirty="0"/>
              <a:t>Power BI, Power Query, DAX, Data Visualization, Business Intelligence.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7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25C6E-6D23-EF92-1113-2F99229F3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30609"/>
            <a:ext cx="8596668" cy="3880773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  Thank You!</a:t>
            </a:r>
          </a:p>
        </p:txBody>
      </p:sp>
    </p:spTree>
    <p:extLst>
      <p:ext uri="{BB962C8B-B14F-4D97-AF65-F5344CB8AC3E}">
        <p14:creationId xmlns:p14="http://schemas.microsoft.com/office/powerpoint/2010/main" val="21091836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316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Superstore Sales Dashboard</vt:lpstr>
      <vt:lpstr>Dataset Overview</vt:lpstr>
      <vt:lpstr>Business Problem</vt:lpstr>
      <vt:lpstr>KPIs Defined</vt:lpstr>
      <vt:lpstr>Dashboard Screenshot</vt:lpstr>
      <vt:lpstr>Key Insights</vt:lpstr>
      <vt:lpstr>Recommendations</vt:lpstr>
      <vt:lpstr>Challenges Faced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</dc:creator>
  <cp:lastModifiedBy>IT</cp:lastModifiedBy>
  <cp:revision>2</cp:revision>
  <dcterms:created xsi:type="dcterms:W3CDTF">2026-06-27T09:13:11Z</dcterms:created>
  <dcterms:modified xsi:type="dcterms:W3CDTF">2026-06-28T03:26:21Z</dcterms:modified>
</cp:coreProperties>
</file>